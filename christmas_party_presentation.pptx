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Entrance effect with snowflakes. Image ideas: Santa waving, snowflakes, Christmas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Slide in from left. Image ideas: Passport with Christmas stamp, kids registering at a desk.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Zoom in effect. Image ideas: WhatsApp logo with Christmas theme, parents chatting on 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Appear with sparkle effect. Image ideas: Kids holding colorful passports, check-in desk with Santa helper.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Fade in with twinkling stars. Image ideas: Saint Nicolas telling story to kids sitting in a circle, storybook with illustrations.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Wipe transition with craft tools. Image ideas: Kids painting, gluing, cutting paper, colorful craft supplies.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Checklist appear one by one. Image ideas: Volunteer helping child, craft station setup, passport being stamped.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Curtain open effect. Image ideas: Kids with tote bags full of crafts, movie screen showing Christmas film, popcorn.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Gift boxes appear with bows. Image ideas: Kids wrapping presents, colorful wrapping paper, gift tags, 'Kasha Room' 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Checkmarks appear with ding sound. Image ideas: Collage of all activities, happy kids, Christmas decorations.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Fade out with sparkles. Image ideas: Group photo of all kids, 'Merry Christmas' banner, church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DC143C"/>
                </a:solidFill>
              </a:defRPr>
            </a:pPr>
            <a:r>
              <a:t>🎄 Magical Christmas Party 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8000"/>
                </a:solidFill>
              </a:defRPr>
            </a:pPr>
            <a:r>
              <a:t>A Festive Celebration at Our Church</a:t>
            </a:r>
          </a:p>
          <a:p>
            <a:r>
              <a:t>Where Every Child Gets a Passport to Fun!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B22222"/>
                </a:solidFill>
              </a:defRPr>
            </a:pPr>
            <a:r>
              <a:t>Welcome to Our Christmas Adventure! 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6400"/>
                </a:solidFill>
              </a:defRPr>
            </a:pPr>
            <a:r>
              <a:t>Get ready for a magical journey!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Fun activities, crafts, and surprises await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Every child will receive a special passport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Let's make this Christmas unforgettable!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B22222"/>
                </a:solidFill>
              </a:defRPr>
            </a:pPr>
            <a:r>
              <a:t>Step 1: Registration - Your Passport to Fun! 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6400"/>
                </a:solidFill>
              </a:defRPr>
            </a:pPr>
            <a:r>
              <a:t>Register your kids while purchasing tickets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We'll prepare custom 'passports' for each child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Passports = Official ID cards for the event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Make sure to provide accurate names and ages!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C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B22222"/>
                </a:solidFill>
              </a:defRPr>
            </a:pPr>
            <a:r>
              <a:t>Step 2: Join Our Christmas Community! 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6400"/>
                </a:solidFill>
              </a:defRPr>
            </a:pPr>
            <a:r>
              <a:t>Parents: Join our WhatsApp group!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Get event updates and reminders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Share gift ideas and coordinate with other families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Invite your friends to join the celebration!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B22222"/>
                </a:solidFill>
              </a:defRPr>
            </a:pPr>
            <a:r>
              <a:t>Step 3: Passport Pick-Up Day!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6400"/>
                </a:solidFill>
              </a:defRPr>
            </a:pPr>
            <a:r>
              <a:t>Arrive at the party venue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Kids receive their official passports at check-in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Passports unlock all the fun activities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Don't lose it - you'll need it at every station!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B22222"/>
                </a:solidFill>
              </a:defRPr>
            </a:pPr>
            <a:r>
              <a:t>Step 4: Story Time with Saint Nicolas! 📖✨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6400"/>
                </a:solidFill>
              </a:defRPr>
            </a:pPr>
            <a:r>
              <a:t>Kids divided into groups of 10 for personalized fun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Each group hears the magical Saint Nicolas story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Learn about the spirit of giving and kindness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Get ready for the adventure ahead!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B22222"/>
                </a:solidFill>
              </a:defRPr>
            </a:pPr>
            <a:r>
              <a:t>Step 5: Crafty Elves Workshop! 🎨🖌️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6400"/>
                </a:solidFill>
              </a:defRPr>
            </a:pPr>
            <a:r>
              <a:t>4 exciting craft stations await!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Each station: 10-15 minutes of creativity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Make ornaments, cards, decorations, and more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Volunteers guide kids through each activity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B22222"/>
                </a:solidFill>
              </a:defRPr>
            </a:pPr>
            <a:r>
              <a:t>Volunteer Tips: Craft Station Success! 🧑‍🎨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6400"/>
                </a:solidFill>
              </a:defRPr>
            </a:pPr>
            <a:r>
              <a:t>Keep activities simple and age-appropriate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Have extra supplies ready for enthusiastic crafters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Encourage creativity - there's no 'wrong' way!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Help kids stamp their passports at each station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B22222"/>
                </a:solidFill>
              </a:defRPr>
            </a:pPr>
            <a:r>
              <a:t>Step 6: Movie Magic &amp; Tote Bags! 🎬🎒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6400"/>
                </a:solidFill>
              </a:defRPr>
            </a:pPr>
            <a:r>
              <a:t>Each child receives a special tote bag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Store all your amazing crafts inside!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Watch the finale of 'Christmas Factory' film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Relax, enjoy snacks, and celebrate your creations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B22222"/>
                </a:solidFill>
              </a:defRPr>
            </a:pPr>
            <a:r>
              <a:t>Step 7: Wrap It Up with Love! 🎁💝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6400"/>
                </a:solidFill>
              </a:defRPr>
            </a:pPr>
            <a:r>
              <a:t>Kids wrap the gifts they brought to share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Learn the joy of giving to others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Gifts stored safely in the 'Kasha Room'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Beautiful wrapping paper and ribbons provided!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B22222"/>
                </a:solidFill>
              </a:defRPr>
            </a:pPr>
            <a:r>
              <a:t>What an Amazing Day! 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6400"/>
                </a:solidFill>
              </a:defRPr>
            </a:pPr>
            <a:r>
              <a:t>✓ Passports collected and stamped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✓ Saint Nicolas story shared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✓ 4 craft stations completed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✓ Tote bags filled with treasures</a:t>
            </a:r>
          </a:p>
          <a:p>
            <a:pPr>
              <a:defRPr sz="2000">
                <a:solidFill>
                  <a:srgbClr val="006400"/>
                </a:solidFill>
              </a:defRPr>
            </a:pPr>
            <a:r>
              <a:t>✓ Gifts wrapped with love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B22222"/>
                </a:solidFill>
              </a:defRPr>
            </a:pPr>
            <a:r>
              <a:t>Thank You for Celebrating with Us! 🙏🎄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006400"/>
                </a:solidFill>
              </a:defRPr>
            </a:pPr>
            <a:r>
              <a:t>We hope you had a magical time!</a:t>
            </a:r>
          </a:p>
          <a:p>
            <a:pPr>
              <a:defRPr sz="2200">
                <a:solidFill>
                  <a:srgbClr val="006400"/>
                </a:solidFill>
              </a:defRPr>
            </a:pPr>
            <a:r>
              <a:t>Share your photos on our WhatsApp group</a:t>
            </a:r>
          </a:p>
          <a:p>
            <a:pPr>
              <a:defRPr sz="2200">
                <a:solidFill>
                  <a:srgbClr val="006400"/>
                </a:solidFill>
              </a:defRPr>
            </a:pPr>
            <a:r>
              <a:t>Stay tuned for more exciting church events</a:t>
            </a:r>
          </a:p>
          <a:p>
            <a:pPr>
              <a:defRPr sz="2200">
                <a:solidFill>
                  <a:srgbClr val="006400"/>
                </a:solidFill>
              </a:defRPr>
            </a:pPr>
            <a:r>
              <a:t>Merry Christmas and God bless! 🎅✨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